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演示数据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演示数据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演示数据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合成稿，仅用于本机 WPS PoC，不含客户数据。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pt-agent" TargetMode="Externa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143846"/>
                </a:solidFill>
              </a:rPr>
              <a:t>WPS </a:t>
            </a:r>
            <a:r>
              <a:rPr sz="3200">
                <a:solidFill>
                  <a:srgbClr val="E15B3D"/>
                </a:solidFill>
                <a:hlinkClick r:id="rId2"/>
              </a:rPr>
              <a:t>保真测试稿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846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富文本与项目符号</a:t>
            </a:r>
          </a:p>
          <a:p>
            <a:pPr lvl="1">
              <a:defRPr sz="1900"/>
            </a:pPr>
            <a:r>
              <a:t>本地图片与裁剪</a:t>
            </a:r>
          </a:p>
          <a:p>
            <a:pPr>
              <a:defRPr sz="1900"/>
            </a:pPr>
            <a:r>
              <a:t>形状、表格与备注</a:t>
            </a:r>
          </a:p>
        </p:txBody>
      </p:sp>
      <p:pic>
        <p:nvPicPr>
          <p:cNvPr id="4" name="Picture 3" descr="synthetic-image.png"/>
          <p:cNvPicPr>
            <a:picLocks noChangeAspect="1"/>
          </p:cNvPicPr>
          <p:nvPr/>
        </p:nvPicPr>
        <p:blipFill>
          <a:blip r:embed="rId3"/>
          <a:srcRect l="5000" r="5000"/>
          <a:stretch>
            <a:fillRect/>
          </a:stretch>
        </p:blipFill>
        <p:spPr>
          <a:xfrm>
            <a:off x="5852160" y="1325880"/>
            <a:ext cx="5303520" cy="29260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114800"/>
            <a:ext cx="2011680" cy="1005840"/>
          </a:xfrm>
          <a:prstGeom prst="roundRect">
            <a:avLst/>
          </a:prstGeom>
          <a:solidFill>
            <a:srgbClr val="E15B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动画目标</a:t>
            </a:r>
          </a:p>
        </p:txBody>
      </p:sp>
      <p:sp>
        <p:nvSpPr>
          <p:cNvPr id="6" name="Oval 5"/>
          <p:cNvSpPr/>
          <p:nvPr/>
        </p:nvSpPr>
        <p:spPr>
          <a:xfrm>
            <a:off x="3108960" y="4114800"/>
            <a:ext cx="1005840" cy="1005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114800" y="4617720"/>
            <a:ext cx="1737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4572000"/>
          <a:ext cx="5303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64008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当前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目标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≤30%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柱状图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51560" y="1325880"/>
          <a:ext cx="1005840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折线图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51560" y="1325880"/>
          <a:ext cx="10058400" cy="4800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饼图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468880" y="1325880"/>
          <a:ext cx="722376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